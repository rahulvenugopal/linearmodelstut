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3" r:id="rId2"/>
    <p:sldId id="266" r:id="rId3"/>
    <p:sldId id="265" r:id="rId4"/>
    <p:sldId id="273" r:id="rId5"/>
    <p:sldId id="268" r:id="rId6"/>
    <p:sldId id="267" r:id="rId7"/>
    <p:sldId id="269" r:id="rId8"/>
    <p:sldId id="270" r:id="rId9"/>
    <p:sldId id="271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22" d="100"/>
          <a:sy n="122" d="100"/>
        </p:scale>
        <p:origin x="765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D144B-C87C-4A92-9D88-DA82BB49597A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F945E-A80E-4A80-8A5B-B26957F49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282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733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296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39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382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62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467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737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867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314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047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52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499AF-0042-4501-9269-39C1D20585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282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1681" y="148882"/>
            <a:ext cx="114389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Aptos" panose="020B0004020202020204" pitchFamily="34" charset="0"/>
              </a:rPr>
              <a:t>Tidy Data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251" r="1730"/>
          <a:stretch/>
        </p:blipFill>
        <p:spPr>
          <a:xfrm>
            <a:off x="3055397" y="1629000"/>
            <a:ext cx="6081205" cy="3600000"/>
          </a:xfrm>
          <a:prstGeom prst="rect">
            <a:avLst/>
          </a:prstGeom>
        </p:spPr>
      </p:pic>
      <p:pic>
        <p:nvPicPr>
          <p:cNvPr id="1026" name="Picture 2" descr="https://jminnier-berd-r-courses.netlify.app/02-data-wrangling-tidyverse/img/horst_tidyverse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697" y="379714"/>
            <a:ext cx="635294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7125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1681" y="148882"/>
            <a:ext cx="114389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Aptos" panose="020B0004020202020204" pitchFamily="34" charset="0"/>
              </a:rPr>
              <a:t>Tidy Data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2050" name="Picture 2" descr="https://vis.khoury.northeastern.edu/Image/paper/figure/Bartram2021UntidyDataUnreasonabl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687" y="771348"/>
            <a:ext cx="7454625" cy="531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01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1681" y="148882"/>
            <a:ext cx="114389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Aptos" panose="020B0004020202020204" pitchFamily="34" charset="0"/>
              </a:rPr>
              <a:t>Assumptions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85" y="725368"/>
            <a:ext cx="7181830" cy="540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7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rahulvenugopal.github.io/MakeSlidesGreatAgain/images/data_magician.png?raw=tr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659" y="504744"/>
            <a:ext cx="7426681" cy="584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516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1681" y="148882"/>
            <a:ext cx="114389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Aptos" panose="020B0004020202020204" pitchFamily="34" charset="0"/>
              </a:rPr>
              <a:t>Assumptions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098" name="Picture 2" descr="patchwork_blan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927" y="729000"/>
            <a:ext cx="8220146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3457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1681" y="148882"/>
            <a:ext cx="114389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Aptos" panose="020B0004020202020204" pitchFamily="34" charset="0"/>
              </a:rPr>
              <a:t>Assumptions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5122" name="Picture 2" descr="https://github.com/allisonhorst/stats-illustrations/raw/main/rstats-artwork/tidyr_spread_gathe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8" y="610547"/>
            <a:ext cx="3810000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https://jminnier-berd-r-courses.netlify.app/02-data-wrangling-tidyverse/img/dplyr_wranglin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575" y="906272"/>
            <a:ext cx="4501176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963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1681" y="148882"/>
            <a:ext cx="114389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Aptos" panose="020B0004020202020204" pitchFamily="34" charset="0"/>
              </a:rPr>
              <a:t>Assumptions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28" y="1918607"/>
            <a:ext cx="4086918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71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1681" y="148882"/>
            <a:ext cx="114389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Aptos" panose="020B0004020202020204" pitchFamily="34" charset="0"/>
              </a:rPr>
              <a:t>Assumptions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5122" name="Picture 2" descr="https://github.com/allisonhorst/stats-illustrations/raw/main/rstats-artwork/tidyr_spread_gathe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8" y="610547"/>
            <a:ext cx="3810000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7337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1681" y="148882"/>
            <a:ext cx="114389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Aptos" panose="020B0004020202020204" pitchFamily="34" charset="0"/>
              </a:rPr>
              <a:t>Assumptions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7170" name="Picture 2" descr="https://github.com/allisonhorst/stats-illustrations/raw/main/other-stats-artwork/nominal_ordinal_binary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882" y="1513612"/>
            <a:ext cx="4762500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4273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1681" y="148882"/>
            <a:ext cx="114389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Aptos" panose="020B0004020202020204" pitchFamily="34" charset="0"/>
              </a:rPr>
              <a:t>Assumptions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5122" name="Picture 2" descr="https://github.com/allisonhorst/stats-illustrations/raw/main/rstats-artwork/tidyr_spread_gathe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8" y="610547"/>
            <a:ext cx="3810000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https://github.com/allisonhorst/stats-illustrations/raw/main/other-stats-artwork/continuous_discre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876" y="898324"/>
            <a:ext cx="4762500" cy="3667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2643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11</Words>
  <Application>Microsoft Office PowerPoint</Application>
  <PresentationFormat>Widescreen</PresentationFormat>
  <Paragraphs>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</dc:creator>
  <cp:lastModifiedBy>Rahul</cp:lastModifiedBy>
  <cp:revision>33</cp:revision>
  <dcterms:created xsi:type="dcterms:W3CDTF">2025-08-08T04:44:13Z</dcterms:created>
  <dcterms:modified xsi:type="dcterms:W3CDTF">2026-03-24T08:11:00Z</dcterms:modified>
</cp:coreProperties>
</file>