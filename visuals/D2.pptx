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63" r:id="rId2"/>
    <p:sldId id="266" r:id="rId3"/>
    <p:sldId id="273" r:id="rId4"/>
    <p:sldId id="265" r:id="rId5"/>
    <p:sldId id="268" r:id="rId6"/>
    <p:sldId id="267" r:id="rId7"/>
    <p:sldId id="269" r:id="rId8"/>
    <p:sldId id="271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122" d="100"/>
          <a:sy n="122" d="100"/>
        </p:scale>
        <p:origin x="765" y="7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DD144B-C87C-4A92-9D88-DA82BB49597A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BF945E-A80E-4A80-8A5B-B26957F49A8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62820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47336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432967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703908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373821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76237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74678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2737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9867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343149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96047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499AF-0042-4501-9269-39C1D205859E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86524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C499AF-0042-4501-9269-39C1D205859E}" type="datetimeFigureOut">
              <a:rPr lang="en-IN" smtClean="0"/>
              <a:t>27-03-2026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64FD5F-81F4-42DB-982F-53F581C9B10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31282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Aptos" panose="020B0004020202020204" pitchFamily="34" charset="0"/>
              </a:rPr>
              <a:t>Tidy Data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2"/>
          <a:srcRect l="3251" r="1730"/>
          <a:stretch/>
        </p:blipFill>
        <p:spPr>
          <a:xfrm>
            <a:off x="213586" y="728047"/>
            <a:ext cx="6081205" cy="3600000"/>
          </a:xfrm>
          <a:prstGeom prst="rect">
            <a:avLst/>
          </a:prstGeom>
        </p:spPr>
      </p:pic>
      <p:pic>
        <p:nvPicPr>
          <p:cNvPr id="1026" name="Picture 2" descr="https://jminnier-berd-r-courses.netlify.app/02-data-wrangling-tidyverse/img/horst_tidyverse.jpg"/>
          <p:cNvPicPr>
            <a:picLocks noChangeAspect="1" noChangeArrowheads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3439" y="3342549"/>
            <a:ext cx="6352940" cy="288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71256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Aptos" panose="020B0004020202020204" pitchFamily="34" charset="0"/>
              </a:rPr>
              <a:t>Tidy Data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pic>
        <p:nvPicPr>
          <p:cNvPr id="2050" name="Picture 2" descr="https://vis.khoury.northeastern.edu/Image/paper/figure/Bartram2021UntidyDataUnreasonable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8687" y="771348"/>
            <a:ext cx="7454625" cy="53153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72016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rahulvenugopal.github.io/MakeSlidesGreatAgain/images/data_magician.png?raw=tru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659" y="504744"/>
            <a:ext cx="7426681" cy="5848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7516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Aptos" panose="020B0004020202020204" pitchFamily="34" charset="0"/>
              </a:rPr>
              <a:t>Assumptions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5085" y="725368"/>
            <a:ext cx="7181830" cy="5407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6776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Aptos" panose="020B0004020202020204" pitchFamily="34" charset="0"/>
              </a:rPr>
              <a:t>Assumptions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pic>
        <p:nvPicPr>
          <p:cNvPr id="4098" name="Picture 2" descr="patchwork_blank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5927" y="729000"/>
            <a:ext cx="8220146" cy="54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934573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Aptos" panose="020B0004020202020204" pitchFamily="34" charset="0"/>
              </a:rPr>
              <a:t>Assumptions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pic>
        <p:nvPicPr>
          <p:cNvPr id="5122" name="Picture 2" descr="https://github.com/allisonhorst/stats-illustrations/raw/main/rstats-artwork/tidyr_spread_gather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88" y="610547"/>
            <a:ext cx="3810000" cy="3895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https://jminnier-berd-r-courses.netlify.app/02-data-wrangling-tidyverse/img/dplyr_wrangling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0575" y="906272"/>
            <a:ext cx="4501176" cy="36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96306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Aptos" panose="020B0004020202020204" pitchFamily="34" charset="0"/>
              </a:rPr>
              <a:t>Assumptions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228" y="1918607"/>
            <a:ext cx="4086918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95713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61681" y="148882"/>
            <a:ext cx="11438965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Aptos" panose="020B0004020202020204" pitchFamily="34" charset="0"/>
              </a:rPr>
              <a:t>Assumptions</a:t>
            </a:r>
            <a:endParaRPr lang="en-IN" sz="2400" b="1" dirty="0">
              <a:latin typeface="Aptos" panose="020B0004020202020204" pitchFamily="34" charset="0"/>
            </a:endParaRPr>
          </a:p>
        </p:txBody>
      </p:sp>
      <p:pic>
        <p:nvPicPr>
          <p:cNvPr id="7170" name="Picture 2" descr="https://github.com/allisonhorst/stats-illustrations/raw/main/other-stats-artwork/nominal_ordinal_binary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7882" y="1513612"/>
            <a:ext cx="4762500" cy="2914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github.com/allisonhorst/stats-illustrations/raw/main/other-stats-artwork/continuous_discrete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0982" y="1288289"/>
            <a:ext cx="4762500" cy="3667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542733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628</TotalTime>
  <Words>9</Words>
  <Application>Microsoft Office PowerPoint</Application>
  <PresentationFormat>Widescreen</PresentationFormat>
  <Paragraphs>7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Rahul</dc:creator>
  <cp:lastModifiedBy>Rahul</cp:lastModifiedBy>
  <cp:revision>34</cp:revision>
  <dcterms:created xsi:type="dcterms:W3CDTF">2025-08-08T04:44:13Z</dcterms:created>
  <dcterms:modified xsi:type="dcterms:W3CDTF">2026-03-27T14:08:19Z</dcterms:modified>
</cp:coreProperties>
</file>